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390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426B3-786A-4C1F-9914-BD25571C8F4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54663-72DB-41B9-9BF9-0A417D53D8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70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41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83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7F1F-AEFA-6489-7F14-ABEF7702E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924189-7D52-6261-0801-4373A1B11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4D7C473-911C-3AEE-13B8-8493653D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38CA0D-63EA-CA3B-2924-A5E3ED1DE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378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DAC6A-A517-DD46-7382-DE61BDAC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1D50E-4476-12D4-868B-06EBDF0F8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F2A41E-7D2C-A577-062F-6C3627138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8D3D9F-2873-CF85-6EC4-D8F6134AD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364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1199-EB89-26FA-51FC-59ABB7ED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D16C31-1E90-4183-9DA7-02A4E9C0B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84E80F-98E9-5CDD-D563-F0F1841C7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C6506C-E975-FAFC-9047-7E2DEF3AE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304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5C49-C63B-702B-1252-F3209D0A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26A0CF6-62D4-412D-DB42-5CE99DCCA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C03A75-5DCA-9926-E9BE-BE73373D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EEA80-A09E-30A0-1351-2CBDAFDFC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F54663-72DB-41B9-9BF9-0A417D53D8D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61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FEDF0-5F6E-60F6-4FCC-10BAE9497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BF7F20-551F-44AF-283E-B90945AD5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5D5C16-A5D4-CD86-BF45-4370F142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C7E53E-037C-F871-9F74-8CB0EBA7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E3A529-4D2D-D887-4342-87E82F2D9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94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02FA5-D614-51B0-D853-C20C2739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4E89E6-034A-C7A5-F801-431AE656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F51B40-430E-2A01-1131-4CDA67B9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54647D-2E54-8510-9348-7A203C07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40513C-9DAE-FCDD-B7C4-1D3D1181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93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7B2F2-E3FB-5F61-7BB7-12C656AE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87EB78-C2EA-3B60-AC40-5A0110742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7F7530-5B70-1BA7-76E8-E35B093C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452429-66B8-51C5-CCB9-8BBC7259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08F871-9039-2D77-37C5-BF4D9FA8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43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F3010-B2F9-BAB3-E6B2-84364A24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5DFFC8-7908-36D1-6E11-58359ACBE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5399D0-07DB-4799-CF43-0E595DCD0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352705-68F1-3514-E477-E3C8D710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0D13C5-DC98-E487-C7DB-D46BAB86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5D1FC7-6047-4E10-BD16-9F9EE40E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59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1A7BEF-B6EE-CDB8-2054-F9FC02FC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4F4AA9-404B-F768-DD66-3707E9F53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B7493D-7601-C14A-45BD-753B9B437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62BACDA-5D95-44AF-DD1C-76C065231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79A26AB-C391-AD44-8A38-B826F35C7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A1326A-095C-20D0-EB48-BC524EE4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6BD17C5-0939-A3E8-46E9-097EA936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12FE3CB-E7F8-677D-77AE-584E0A58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01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6417BB-47CD-203C-CA3F-78B16B25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CD36DB-9763-DFA0-D130-A8BABFE5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12E9CDB-9646-381B-19C1-B154E77E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7CA48-EF43-BB10-0C67-6D793D47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00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64AEF5-9FB4-9391-0B95-D052AA7F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ED953FB-01EC-EB49-0EE0-E20BDB65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821913-2F38-50A8-26D4-66864470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4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A21015-B3BF-73BC-E2F9-2756C166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724F5F-8CEA-D8E2-3560-74516AB30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61B407-275E-28E6-49CC-BD3134AEB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813B1B-2328-259F-3D5C-16AE59616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8C0B98-32BF-838C-8B50-2768F378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5B0CDE-E5F6-B85E-AFFC-759FD908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02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ACB9B-CC7B-8933-2A48-BD9414EB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066CEE-6836-6F78-0E84-9E6229650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F3ADAF-4E35-54D5-2117-550C87BE8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599B25-F05B-783B-F20C-31487DA6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3ED1EE-74A6-EEB0-FC67-DEB079C7F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EA77D2-8602-4CE3-287C-8EF42655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22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0F95C-AD48-0377-78AC-0A69B40B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C58A35-419C-1956-399A-8FB4AF205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A4A661-E3F7-83F0-D1B3-E4ED62A6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E72BA6-2964-3F3C-3AE4-425021B6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4A6CF2-93BE-7677-A19F-AFD17564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17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ED8E7B-9F83-8D50-99EC-352B16BCC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2AB93D-4BC5-8188-BDB0-A049B5B1D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FCDA7D-AC3A-B0D8-F3B8-754A8869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2B7500-E63A-1939-94DC-A27A3227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1CFDC4-BC74-6181-2254-2336500F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97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0F8941-CC81-CE4E-7B60-B14A9EB1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A8C902-0576-F218-7BEB-0180DECA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2B5C77-BF2E-DAE3-D551-0062658E6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A0478-8372-4CE6-81D4-A8EE5EFC5EDA}" type="datetimeFigureOut">
              <a:rPr lang="zh-TW" altLang="en-US" smtClean="0"/>
              <a:t>2025/1/30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AE14A5-1447-7E2C-FE25-49E228444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5AB1AD-0F90-9CA9-61BD-A04A116EA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8DB21-551F-43D2-BEA3-56BDD31345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60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B2151321-2BCB-5BA6-E952-887AC4D9C3D3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副標題 2">
            <a:extLst>
              <a:ext uri="{FF2B5EF4-FFF2-40B4-BE49-F238E27FC236}">
                <a16:creationId xmlns:a16="http://schemas.microsoft.com/office/drawing/2014/main" id="{D9FC356F-CBD4-C68B-2405-CC43F277F0F7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Front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3A133E7A-B6A2-43C1-0963-AF711F9F8888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9196899C-8289-CECB-3817-F2DCE21AEC11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E1FB3DA7-863E-1B93-4709-ED61A3FAA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26" name="圖片 25" descr="一張含有 人員, 足部穿著, 牆, 肩膀 的圖片&#10;&#10;自動產生的描述">
            <a:extLst>
              <a:ext uri="{FF2B5EF4-FFF2-40B4-BE49-F238E27FC236}">
                <a16:creationId xmlns:a16="http://schemas.microsoft.com/office/drawing/2014/main" id="{1B97B08C-12D6-40C8-F2BC-D675C2E39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857" y="1861518"/>
            <a:ext cx="2438476" cy="3825588"/>
          </a:xfrm>
          <a:prstGeom prst="rect">
            <a:avLst/>
          </a:prstGeom>
        </p:spPr>
      </p:pic>
      <p:sp>
        <p:nvSpPr>
          <p:cNvPr id="28" name="副標題 2">
            <a:extLst>
              <a:ext uri="{FF2B5EF4-FFF2-40B4-BE49-F238E27FC236}">
                <a16:creationId xmlns:a16="http://schemas.microsoft.com/office/drawing/2014/main" id="{C81C16AC-7501-29C8-1FA2-ED7D8D95B950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副標題 2">
            <a:extLst>
              <a:ext uri="{FF2B5EF4-FFF2-40B4-BE49-F238E27FC236}">
                <a16:creationId xmlns:a16="http://schemas.microsoft.com/office/drawing/2014/main" id="{99E4A496-3024-1CEF-7738-E9ECAFD9DCC4}"/>
              </a:ext>
            </a:extLst>
          </p:cNvPr>
          <p:cNvSpPr txBox="1">
            <a:spLocks/>
          </p:cNvSpPr>
          <p:nvPr/>
        </p:nvSpPr>
        <p:spPr>
          <a:xfrm>
            <a:off x="969480" y="877116"/>
            <a:ext cx="11386457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SAME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212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331C-E791-9737-962A-E458CADF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AB8548F-B657-6330-269F-6CA24A5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7DDCBC-A410-F481-7EEF-DA308BAB4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3C2D643-F97A-4BD5-4FDF-1A8CF2F55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3976A05-4B30-0A37-9483-8D8D13627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3E68FBB-0361-F17B-EACB-AA6F513B2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3527BA3-F169-BB50-C206-E5ABE2932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3FB422F-EF02-54CA-D35E-C693BA19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3CFE271-6CAC-29C6-BA63-8029C70AF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C37885D-92E5-D243-538B-099E6910E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3ACF887-3583-AF0F-6D3F-11F2CAEFB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CC4EF09-0B7A-600E-C9B0-429D995BC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88EEF3F-407B-67A4-AF53-C20832AE1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4854E2-940D-71CC-E50A-80C9DF68B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884E5A6-66D6-2E03-4566-F8E693543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CBBF7C3-8708-F5EF-8E8E-FEA15E3D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4CA0A3-80A8-805A-F751-8F074BE81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90702B5-72E6-7F6C-BDCA-8F5406B7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CAE4927-A142-072D-CE8B-C30ADF1B6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BED1C56-B58D-10F6-F53F-2D2B53C64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4DF4966-4192-BBC0-ECBD-9326019FA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E4C1DA2-1A0C-909D-D11E-92E31CF5B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9E426979-A0EC-AB45-D90F-FCEEBB0BB69D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60C433D3-20F5-9959-AD7F-1C637F9A9B5D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A07AC21D-88B2-93E3-88FD-C7A03DFFD191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4DBD1610-71FD-DCE9-6D2D-C4C92E7ED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3" name="圖片 2" descr="一張含有 人員, 服裝, 牆, 褲子 的圖片&#10;&#10;自動產生的描述">
            <a:extLst>
              <a:ext uri="{FF2B5EF4-FFF2-40B4-BE49-F238E27FC236}">
                <a16:creationId xmlns:a16="http://schemas.microsoft.com/office/drawing/2014/main" id="{4250A485-D6D8-EE4E-844F-528DB9796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02" y="1861518"/>
            <a:ext cx="2970660" cy="3819638"/>
          </a:xfrm>
          <a:prstGeom prst="rect">
            <a:avLst/>
          </a:prstGeom>
        </p:spPr>
      </p:pic>
      <p:sp>
        <p:nvSpPr>
          <p:cNvPr id="4" name="副標題 2">
            <a:extLst>
              <a:ext uri="{FF2B5EF4-FFF2-40B4-BE49-F238E27FC236}">
                <a16:creationId xmlns:a16="http://schemas.microsoft.com/office/drawing/2014/main" id="{2E80C3F3-6D9F-3318-2C9C-057099458D46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Right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51193A82-CC18-8505-6AF2-6BC9A1BF7D3A}"/>
              </a:ext>
            </a:extLst>
          </p:cNvPr>
          <p:cNvSpPr txBox="1">
            <a:spLocks/>
          </p:cNvSpPr>
          <p:nvPr/>
        </p:nvSpPr>
        <p:spPr>
          <a:xfrm>
            <a:off x="391887" y="857485"/>
            <a:ext cx="11843946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05E38C63-E10A-C22E-CBF4-7E715ABE2129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05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689C9-28CD-D925-D149-4588FBCA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02835DA-44E2-FD6D-B13A-0B62D980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02DCAD-169D-E830-EF14-EF35A96BC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B29EBE9-926A-7613-9B15-58C5A49A2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3C110F4-35E0-949E-23B9-D0F0AD5A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D505940-5A25-413F-00BD-F4A391465E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B913239-93EB-0A20-6B88-9B7AB2724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CCBBEBC-D90C-8D24-782F-8087EA740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C6861AD-DDAD-14A5-9B5A-C3363F9E4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8BA25B2-9E3A-FDF9-F9B4-926082E80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247A6FF-BEA6-B4BC-2243-DB301BFFD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FD6FC4A-BFCA-CF04-442F-7A0C6F97A3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E322BE-CE89-979D-541C-7F046F88E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E95D99B-15E5-D5FE-17EB-71D625C2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728D6F9-FDE3-C89E-509C-D3E0B3EB2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13C808-7E3C-1ECC-C6D4-D02D7F451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EEDC7EC-C855-C5C4-6B31-432599910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3B689BC-6037-CF20-67A3-3FBA5B32F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14AD905-8C30-C7B6-356E-490166EA9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5678CBF-E49C-4748-4615-2857071A7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4E01C56-BD7D-F8E6-E1B5-1BBEC79B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A7FC326-2063-C430-ED98-31D671F5C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356DA6D2-F753-35E3-2E8C-6F8AC7AA7DCF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A798E7CD-7492-2CA0-C248-CDCB1D6CE046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C09F6904-0170-E22D-A533-9AA505AB9432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1D03BFEA-14A8-7A4F-52CE-EFAD7F9EB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4" name="圖片 3" descr="一張含有 人員, 足部穿著, 牆, 服裝 的圖片&#10;&#10;自動產生的描述">
            <a:extLst>
              <a:ext uri="{FF2B5EF4-FFF2-40B4-BE49-F238E27FC236}">
                <a16:creationId xmlns:a16="http://schemas.microsoft.com/office/drawing/2014/main" id="{22FD6CB5-05D0-7D67-6720-16E46C07D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9" y="1861519"/>
            <a:ext cx="3123896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71E36A2F-6636-C5A2-8BBD-C09799B9D755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Mentor 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 :  Left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43E1F3DA-5DE2-A688-B4BB-0FD7FD18A110}"/>
              </a:ext>
            </a:extLst>
          </p:cNvPr>
          <p:cNvSpPr txBox="1">
            <a:spLocks/>
          </p:cNvSpPr>
          <p:nvPr/>
        </p:nvSpPr>
        <p:spPr>
          <a:xfrm>
            <a:off x="413657" y="857485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D05428E7-BDED-B1AA-9825-A0ABD3C6C2C1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34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F23E21D-39E3-7939-87A5-1A3ECF745EAE}"/>
              </a:ext>
            </a:extLst>
          </p:cNvPr>
          <p:cNvSpPr txBox="1"/>
          <p:nvPr/>
        </p:nvSpPr>
        <p:spPr>
          <a:xfrm>
            <a:off x="1199455" y="1681035"/>
            <a:ext cx="97930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Physiotherapy Video Matching Method Supporting Arbitrary Camera Placement via AI-Generated Angle-of-Lamb-based Posture Structures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79FCAF-C42C-04D0-74D6-31454D643987}"/>
              </a:ext>
            </a:extLst>
          </p:cNvPr>
          <p:cNvSpPr txBox="1"/>
          <p:nvPr/>
        </p:nvSpPr>
        <p:spPr>
          <a:xfrm>
            <a:off x="1327195" y="4869160"/>
            <a:ext cx="95376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Jiunn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-Wu Lin, Pi-Wei Chen, Yun-Pin Huang, Min-Hsiung Hung, IEEESM, Ming-Hung Kao, Jia Ji, Lin-Yi Jiang, Yao-Sheng Chou, Chao-Chun Chen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02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0B69C-211C-62B8-8EC3-5FB4C46C7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960AED02-E2F0-8154-D0C4-151480F689D3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副標題 2">
            <a:extLst>
              <a:ext uri="{FF2B5EF4-FFF2-40B4-BE49-F238E27FC236}">
                <a16:creationId xmlns:a16="http://schemas.microsoft.com/office/drawing/2014/main" id="{ADB751CE-8E68-D18F-5AE7-D3633A29C3C3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Front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ABD978B1-4044-8B51-139E-51C9C927F0A2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F34A57A6-A882-FD1D-9B84-53E0146E7567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C0A7D27B-F714-77A4-9605-FD9FCBD2C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26" name="圖片 25" descr="一張含有 人員, 足部穿著, 牆, 肩膀 的圖片&#10;&#10;自動產生的描述">
            <a:extLst>
              <a:ext uri="{FF2B5EF4-FFF2-40B4-BE49-F238E27FC236}">
                <a16:creationId xmlns:a16="http://schemas.microsoft.com/office/drawing/2014/main" id="{855449DC-44A8-A675-B8F3-F5D936F2A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857" y="1861518"/>
            <a:ext cx="2438476" cy="3825588"/>
          </a:xfrm>
          <a:prstGeom prst="rect">
            <a:avLst/>
          </a:prstGeom>
        </p:spPr>
      </p:pic>
      <p:sp>
        <p:nvSpPr>
          <p:cNvPr id="28" name="副標題 2">
            <a:extLst>
              <a:ext uri="{FF2B5EF4-FFF2-40B4-BE49-F238E27FC236}">
                <a16:creationId xmlns:a16="http://schemas.microsoft.com/office/drawing/2014/main" id="{8A33421E-AB83-29DE-91D9-716402D8416B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副標題 2">
            <a:extLst>
              <a:ext uri="{FF2B5EF4-FFF2-40B4-BE49-F238E27FC236}">
                <a16:creationId xmlns:a16="http://schemas.microsoft.com/office/drawing/2014/main" id="{B977F6E3-B171-72E8-A683-35292BA13AD9}"/>
              </a:ext>
            </a:extLst>
          </p:cNvPr>
          <p:cNvSpPr txBox="1">
            <a:spLocks/>
          </p:cNvSpPr>
          <p:nvPr/>
        </p:nvSpPr>
        <p:spPr>
          <a:xfrm>
            <a:off x="969480" y="877116"/>
            <a:ext cx="11386457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SAME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914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1F29D-99D6-3B71-20BD-0C4CDC59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DBF92159-9BCE-FF47-6520-03DCA93568A7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07D775AE-D645-A019-F66E-19DA75E034E8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4022DA60-2D7C-D0EB-6349-47F9F04AE214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DF41F55A-1760-0764-797F-6067A1B25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3" name="圖片 2" descr="一張含有 人員, 服裝, 牆, 褲子 的圖片&#10;&#10;自動產生的描述">
            <a:extLst>
              <a:ext uri="{FF2B5EF4-FFF2-40B4-BE49-F238E27FC236}">
                <a16:creationId xmlns:a16="http://schemas.microsoft.com/office/drawing/2014/main" id="{7CC2EF27-24EE-72D2-FFB2-52C6E5498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02" y="1861518"/>
            <a:ext cx="2970660" cy="3819638"/>
          </a:xfrm>
          <a:prstGeom prst="rect">
            <a:avLst/>
          </a:prstGeom>
        </p:spPr>
      </p:pic>
      <p:sp>
        <p:nvSpPr>
          <p:cNvPr id="4" name="副標題 2">
            <a:extLst>
              <a:ext uri="{FF2B5EF4-FFF2-40B4-BE49-F238E27FC236}">
                <a16:creationId xmlns:a16="http://schemas.microsoft.com/office/drawing/2014/main" id="{A91EECA8-DA53-0D37-7D63-C534FFB03B5E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Mentor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Right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62111A1-21AE-508D-A73D-93706174943D}"/>
              </a:ext>
            </a:extLst>
          </p:cNvPr>
          <p:cNvSpPr txBox="1">
            <a:spLocks/>
          </p:cNvSpPr>
          <p:nvPr/>
        </p:nvSpPr>
        <p:spPr>
          <a:xfrm>
            <a:off x="391887" y="857485"/>
            <a:ext cx="11843946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618D2EBB-C47A-F0D0-9D8C-C1541B370999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02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411B3-12AA-FFBF-3CBE-F8BF0EAF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B165298A-8A6C-2F9B-2C67-234FC6FACA9C}"/>
              </a:ext>
            </a:extLst>
          </p:cNvPr>
          <p:cNvSpPr txBox="1">
            <a:spLocks/>
          </p:cNvSpPr>
          <p:nvPr/>
        </p:nvSpPr>
        <p:spPr>
          <a:xfrm>
            <a:off x="107569" y="-66896"/>
            <a:ext cx="2492829" cy="1038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副標題 2">
            <a:extLst>
              <a:ext uri="{FF2B5EF4-FFF2-40B4-BE49-F238E27FC236}">
                <a16:creationId xmlns:a16="http://schemas.microsoft.com/office/drawing/2014/main" id="{556224A6-4AFC-559A-C145-4FDE1B31FD58}"/>
              </a:ext>
            </a:extLst>
          </p:cNvPr>
          <p:cNvSpPr txBox="1">
            <a:spLocks/>
          </p:cNvSpPr>
          <p:nvPr/>
        </p:nvSpPr>
        <p:spPr>
          <a:xfrm>
            <a:off x="3555024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副標題 2">
            <a:extLst>
              <a:ext uri="{FF2B5EF4-FFF2-40B4-BE49-F238E27FC236}">
                <a16:creationId xmlns:a16="http://schemas.microsoft.com/office/drawing/2014/main" id="{135647AE-8FCA-37BD-DC22-46407A0C9880}"/>
              </a:ext>
            </a:extLst>
          </p:cNvPr>
          <p:cNvSpPr txBox="1">
            <a:spLocks/>
          </p:cNvSpPr>
          <p:nvPr/>
        </p:nvSpPr>
        <p:spPr>
          <a:xfrm>
            <a:off x="8193688" y="1436958"/>
            <a:ext cx="3684814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圖片 24" descr="一張含有 人員, 裙子, 牆, 迷你裙 的圖片&#10;&#10;自動產生的描述">
            <a:extLst>
              <a:ext uri="{FF2B5EF4-FFF2-40B4-BE49-F238E27FC236}">
                <a16:creationId xmlns:a16="http://schemas.microsoft.com/office/drawing/2014/main" id="{2FB0675E-64D8-2CCC-10F1-56357347F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296" y="1861518"/>
            <a:ext cx="3089587" cy="3799114"/>
          </a:xfrm>
          <a:prstGeom prst="rect">
            <a:avLst/>
          </a:prstGeom>
        </p:spPr>
      </p:pic>
      <p:pic>
        <p:nvPicPr>
          <p:cNvPr id="4" name="圖片 3" descr="一張含有 人員, 足部穿著, 牆, 服裝 的圖片&#10;&#10;自動產生的描述">
            <a:extLst>
              <a:ext uri="{FF2B5EF4-FFF2-40B4-BE49-F238E27FC236}">
                <a16:creationId xmlns:a16="http://schemas.microsoft.com/office/drawing/2014/main" id="{F899594A-CE52-E990-5EBB-BFA9F6944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9" y="1861519"/>
            <a:ext cx="3123896" cy="379911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9C5BA256-0065-FFCE-04B0-1CB418D511B7}"/>
              </a:ext>
            </a:extLst>
          </p:cNvPr>
          <p:cNvSpPr txBox="1">
            <a:spLocks/>
          </p:cNvSpPr>
          <p:nvPr/>
        </p:nvSpPr>
        <p:spPr>
          <a:xfrm>
            <a:off x="-37452" y="2158603"/>
            <a:ext cx="3503443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Camera’s Position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Mentor     : Front</a:t>
            </a: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Convalescent :  Left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DB2BC3F-8AF5-6F89-E022-4A9FB6B38212}"/>
              </a:ext>
            </a:extLst>
          </p:cNvPr>
          <p:cNvSpPr txBox="1">
            <a:spLocks/>
          </p:cNvSpPr>
          <p:nvPr/>
        </p:nvSpPr>
        <p:spPr>
          <a:xfrm>
            <a:off x="413657" y="857485"/>
            <a:ext cx="11822175" cy="10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Cameras of mentor and convalescent are placed in </a:t>
            </a:r>
            <a:r>
              <a:rPr lang="en-US" altLang="zh-TW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DIFFERENT</a:t>
            </a:r>
            <a:r>
              <a:rPr lang="en-US" altLang="zh-TW" sz="2400" b="1" dirty="0">
                <a:latin typeface="Times New Roman" panose="02020603050405020304" pitchFamily="18" charset="0"/>
                <a:ea typeface="HYGothic-Extra" panose="02030600000101010101" pitchFamily="18" charset="-127"/>
                <a:cs typeface="Times New Roman" panose="02020603050405020304" pitchFamily="18" charset="0"/>
              </a:rPr>
              <a:t> angle of view.</a:t>
            </a:r>
            <a:endParaRPr lang="zh-TW" altLang="en-US" sz="2400" b="1" dirty="0">
              <a:latin typeface="Times New Roman" panose="02020603050405020304" pitchFamily="18" charset="0"/>
              <a:ea typeface="HYGothic-Extra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28E3F2F0-F7B9-4A10-E49A-C2A371014644}"/>
              </a:ext>
            </a:extLst>
          </p:cNvPr>
          <p:cNvSpPr txBox="1">
            <a:spLocks/>
          </p:cNvSpPr>
          <p:nvPr/>
        </p:nvSpPr>
        <p:spPr>
          <a:xfrm>
            <a:off x="115302" y="3966279"/>
            <a:ext cx="3779744" cy="159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Spec: 30 FPS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Duration : 20 seconds</a:t>
            </a:r>
          </a:p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(freeze time excluded)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71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294</Words>
  <Application>Microsoft Office PowerPoint</Application>
  <PresentationFormat>寬螢幕</PresentationFormat>
  <Paragraphs>68</Paragraphs>
  <Slides>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柏驊 邱</dc:creator>
  <cp:lastModifiedBy>柏驊 邱</cp:lastModifiedBy>
  <cp:revision>10</cp:revision>
  <dcterms:created xsi:type="dcterms:W3CDTF">2024-12-04T08:47:16Z</dcterms:created>
  <dcterms:modified xsi:type="dcterms:W3CDTF">2025-01-29T16:15:21Z</dcterms:modified>
</cp:coreProperties>
</file>