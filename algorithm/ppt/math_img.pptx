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00" d="100"/>
          <a:sy n="400" d="100"/>
        </p:scale>
        <p:origin x="-13272" y="-6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FD4C9F-C439-E78D-C791-4CFBCDB10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89D6490-FB21-3D35-31E4-E5AE06E90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850F130-C443-C55A-063B-FFED51644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9A3A0-A27F-4AFF-A3F8-4D8EE1716693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51781D-38A2-7027-2023-DB7AFC09A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1AE3C0-0CB2-50DB-A4BC-52F1F9946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149AF-9425-407F-9599-90B33B90AD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4269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9CE352-8983-D315-FC1B-A86F1FF25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9DD689-47DF-A5E4-2FE1-2D580E1EA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6B2066-BC89-6221-E678-3F53374A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9A3A0-A27F-4AFF-A3F8-4D8EE1716693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D294F2-FF3B-73D4-0968-B0FFF642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147A52-FA64-160F-2395-AE4EC1FB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149AF-9425-407F-9599-90B33B90AD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2884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7370A0-2538-0D85-1441-0B9A70DC4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CA6E624-7BFB-22C4-E307-B6491B5B9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A0CF52-46A3-C4CD-ACBC-43883CA8F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9A3A0-A27F-4AFF-A3F8-4D8EE1716693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AD2330-1013-B3F5-012C-D50B8D63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D38CA4-2D1B-E0E8-D45F-B351C31BB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149AF-9425-407F-9599-90B33B90AD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347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BE38E-687A-B17D-0798-430E25B83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2BAE86-C360-FDDE-8783-BF889BD67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D317096-555A-2EC8-76E1-F135BA5F8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B8B5E9-2F29-835E-549E-DE5C7C3E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9A3A0-A27F-4AFF-A3F8-4D8EE1716693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506742A-73F9-0649-A94C-9439F9CD3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88BA726-4FA2-CEA8-3775-0E6D74090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149AF-9425-407F-9599-90B33B90AD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6754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B298F-33F2-CDD8-17B4-D9F73DBB8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2EC10C0-2661-4986-AF2D-CAF8AAA3E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C4BAC1-04B8-2783-7703-BE20DC6F6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6ED5F07-859E-FBC9-375E-20898D1E3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F92A795-6D8C-D441-DF3A-A4CA7AF036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F39D7F9-90CD-9205-54A0-973B296E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9A3A0-A27F-4AFF-A3F8-4D8EE1716693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83D4E87-2C25-C051-5C4C-465E2186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8A75A27-DA59-63BE-3F68-B789C9513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149AF-9425-407F-9599-90B33B90AD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9826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311CF9-980E-2806-6A2E-47BEEF7FC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D8B82A1-E505-FBDC-3467-72F9842E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9A3A0-A27F-4AFF-A3F8-4D8EE1716693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C78A3A1-1151-1B64-1B1C-F9F53345F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7AEEB84-AB42-F42E-9617-D09FBE090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149AF-9425-407F-9599-90B33B90AD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599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4C35146-4C62-A5C2-EADF-14CB2A54C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9A3A0-A27F-4AFF-A3F8-4D8EE1716693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1E96791-C6EC-0890-A48F-F6EC2FAC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F07AFE-081D-42DB-1148-654947240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149AF-9425-407F-9599-90B33B90AD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5097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B69394-C005-768F-E8A8-C91634443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9B0594-E281-0EF2-40EB-749A38722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DBA6415-A8A2-B9CD-B6EB-41E95EBDE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A94F7BC-C464-BDA5-4337-745D30452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9A3A0-A27F-4AFF-A3F8-4D8EE1716693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F0F17D3-76BD-968B-46C8-5F1E732AE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DFB0EF-3E31-3DC0-EEA5-1B2671E2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149AF-9425-407F-9599-90B33B90AD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6928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B78BEA-762A-E7CF-543F-95D5C57B3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2A717EF-53D9-4B63-7A7D-05C5C6F358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BFB05D9-C6B2-2BF2-EEF1-077703DFA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45CBFF7-E6D2-E7C7-EF9D-DBD6C1BCA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9A3A0-A27F-4AFF-A3F8-4D8EE1716693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8BB776-E7CB-B4EB-C281-C68603F11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DECADFE-232C-2868-BBCF-29174AB8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149AF-9425-407F-9599-90B33B90AD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1033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BD2E6C-B131-F8F8-089A-AC7DFAAD0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57B0EF3-7132-E7F6-7A91-5054A02B1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6EB94F-443C-483A-1D9A-F2FC3D60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9A3A0-A27F-4AFF-A3F8-4D8EE1716693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B14452-764A-E91C-5CF9-565709AA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EA6D5C3-A7BA-7A23-20A6-5E931023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149AF-9425-407F-9599-90B33B90AD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98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4A59755-57EA-5DB8-5786-336C1BDD9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E2D1D49-A752-1628-1BBC-4C1A8881F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26EB2B-1D92-8F1A-0390-308DA766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9A3A0-A27F-4AFF-A3F8-4D8EE1716693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B78204-04A6-DDEE-39EE-D0D006381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E6A860-64C2-E7F1-D2F5-01B7BD2CE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149AF-9425-407F-9599-90B33B90AD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645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E23C469-CD2F-57BB-6868-338FABE22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0B1730-1F5A-44FB-389D-D4CD79703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651157-E80A-6127-BDCF-1C2AED0F0B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9A3A0-A27F-4AFF-A3F8-4D8EE1716693}" type="datetimeFigureOut">
              <a:rPr lang="zh-TW" altLang="en-US" smtClean="0"/>
              <a:t>2025/1/22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D925FF-D1DB-9AE2-4FBE-996504033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674D49-484C-087A-AE5A-07E17FDF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8149AF-9425-407F-9599-90B33B90AD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4988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54CCBF6-B51E-6A1C-3C3A-289EB5E6F120}"/>
                  </a:ext>
                </a:extLst>
              </p:cNvPr>
              <p:cNvSpPr txBox="1"/>
              <p:nvPr/>
            </p:nvSpPr>
            <p:spPr>
              <a:xfrm>
                <a:off x="5638800" y="2974258"/>
                <a:ext cx="1693604" cy="2873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altLang="zh-TW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altLang="zh-TW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𝐜𝐨𝐬</m:t>
                          </m:r>
                          <m:r>
                            <a:rPr lang="en-US" altLang="zh-TW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fName>
                        <m:e>
                          <m:sSup>
                            <m:sSupPr>
                              <m:ctrlPr>
                                <a:rPr lang="fr-FR" altLang="zh-TW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Pre>
                                <m:sPrePr>
                                  <m:ctrlPr>
                                    <a:rPr lang="fr-FR" altLang="zh-TW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PrePr>
                                <m:sub>
                                  <m:r>
                                    <a:rPr lang="en-US" altLang="zh-TW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  <m:sup>
                                  <m:r>
                                    <a:rPr lang="en-US" altLang="zh-TW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TW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𝑨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altLang="zh-TW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𝜶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sPre>
                            </m:e>
                            <m:sup>
                              <m:r>
                                <a:rPr lang="en-US" altLang="zh-TW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en-US" altLang="zh-TW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fr-FR" altLang="zh-TW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Pre>
                                <m:sPrePr>
                                  <m:ctrlPr>
                                    <a:rPr lang="fr-FR" altLang="zh-TW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PrePr>
                                <m:sub>
                                  <m:r>
                                    <a:rPr lang="en-US" altLang="zh-TW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  <m:sup>
                                  <m:r>
                                    <a:rPr lang="en-US" altLang="zh-TW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r>
                                    <a:rPr lang="en-US" altLang="zh-TW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</m:sPre>
                            </m:e>
                            <m:sup>
                              <m:sSub>
                                <m:sSubPr>
                                  <m:ctrlPr>
                                    <a:rPr lang="fr-FR" altLang="zh-TW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fr-FR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en-US" altLang="zh-TW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sup>
                          </m:sSup>
                        </m:e>
                      </m:func>
                      <m:r>
                        <a:rPr lang="en-US" altLang="zh-TW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54CCBF6-B51E-6A1C-3C3A-289EB5E6F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974258"/>
                <a:ext cx="1693604" cy="287323"/>
              </a:xfrm>
              <a:prstGeom prst="rect">
                <a:avLst/>
              </a:prstGeom>
              <a:blipFill>
                <a:blip r:embed="rId2"/>
                <a:stretch>
                  <a:fillRect l="-1799" t="-8511" r="-5036" b="-34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1736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2</Words>
  <Application>Microsoft Office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柏驊 邱</dc:creator>
  <cp:lastModifiedBy>柏驊 邱</cp:lastModifiedBy>
  <cp:revision>4</cp:revision>
  <dcterms:created xsi:type="dcterms:W3CDTF">2025-01-20T12:26:12Z</dcterms:created>
  <dcterms:modified xsi:type="dcterms:W3CDTF">2025-01-22T08:04:29Z</dcterms:modified>
</cp:coreProperties>
</file>